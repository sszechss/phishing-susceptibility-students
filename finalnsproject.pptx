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60" r:id="rId1"/>
  </p:sldMasterIdLst>
  <p:notesMasterIdLst>
    <p:notesMasterId r:id="rId28"/>
  </p:notesMasterIdLst>
  <p:sldIdLst>
    <p:sldId id="258" r:id="rId2"/>
    <p:sldId id="269" r:id="rId3"/>
    <p:sldId id="277" r:id="rId4"/>
    <p:sldId id="278" r:id="rId5"/>
    <p:sldId id="279" r:id="rId6"/>
    <p:sldId id="280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9" r:id="rId24"/>
    <p:sldId id="300" r:id="rId25"/>
    <p:sldId id="301" r:id="rId26"/>
    <p:sldId id="302" r:id="rId27"/>
  </p:sldIdLst>
  <p:sldSz cx="11879263" cy="6840538"/>
  <p:notesSz cx="6858000" cy="9144000"/>
  <p:embeddedFontLst>
    <p:embeddedFont>
      <p:font typeface="Gotham" panose="020B0604020202020204" charset="0"/>
      <p:regular r:id="rId29"/>
      <p:bold r:id="rId30"/>
      <p:italic r:id="rId31"/>
      <p:boldItalic r:id="rId32"/>
    </p:embeddedFont>
  </p:embeddedFontLst>
  <p:defaultTextStyle>
    <a:defPPr>
      <a:defRPr lang="ru-RU"/>
    </a:defPPr>
    <a:lvl1pPr marL="0" algn="l" defTabSz="898489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1pPr>
    <a:lvl2pPr marL="449245" algn="l" defTabSz="898489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2pPr>
    <a:lvl3pPr marL="898489" algn="l" defTabSz="898489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3pPr>
    <a:lvl4pPr marL="1347734" algn="l" defTabSz="898489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4pPr>
    <a:lvl5pPr marL="1796979" algn="l" defTabSz="898489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5pPr>
    <a:lvl6pPr marL="2246224" algn="l" defTabSz="898489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6pPr>
    <a:lvl7pPr marL="2695468" algn="l" defTabSz="898489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7pPr>
    <a:lvl8pPr marL="3144713" algn="l" defTabSz="898489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8pPr>
    <a:lvl9pPr marL="3593958" algn="l" defTabSz="898489" rtl="0" eaLnBrk="1" latinLnBrk="0" hangingPunct="1">
      <a:defRPr sz="176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00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522" autoAdjust="0"/>
    <p:restoredTop sz="94660"/>
  </p:normalViewPr>
  <p:slideViewPr>
    <p:cSldViewPr snapToGrid="0">
      <p:cViewPr>
        <p:scale>
          <a:sx n="75" d="100"/>
          <a:sy n="75" d="100"/>
        </p:scale>
        <p:origin x="70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D44758-6D80-4509-B1FD-D8EDBB70E5BF}" type="datetimeFigureOut">
              <a:rPr lang="ru-RU" smtClean="0"/>
              <a:t>31.05.2026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749300" y="1143000"/>
            <a:ext cx="5359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888AA9-94DA-4431-918D-4C2FB21FD8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5402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1pPr>
    <a:lvl2pPr marL="449245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2pPr>
    <a:lvl3pPr marL="898489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3pPr>
    <a:lvl4pPr marL="1347734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4pPr>
    <a:lvl5pPr marL="1796979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5pPr>
    <a:lvl6pPr marL="2246224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6pPr>
    <a:lvl7pPr marL="2695468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7pPr>
    <a:lvl8pPr marL="3144713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8pPr>
    <a:lvl9pPr marL="3593958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743201" y="4267200"/>
            <a:ext cx="7528560" cy="75782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ru-RU" dirty="0"/>
              <a:t>НАЗВАНИЕ ПРЕЗЕНТАЦИИ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750821" y="5110480"/>
            <a:ext cx="6957487" cy="608912"/>
          </a:xfrm>
        </p:spPr>
        <p:txBody>
          <a:bodyPr>
            <a:noAutofit/>
          </a:bodyPr>
          <a:lstStyle>
            <a:lvl1pPr marL="0" indent="0" algn="l">
              <a:buNone/>
              <a:defRPr sz="2000"/>
            </a:lvl1pPr>
            <a:lvl2pPr marL="445450" indent="0" algn="ctr">
              <a:buNone/>
              <a:defRPr sz="1949"/>
            </a:lvl2pPr>
            <a:lvl3pPr marL="890900" indent="0" algn="ctr">
              <a:buNone/>
              <a:defRPr sz="1754"/>
            </a:lvl3pPr>
            <a:lvl4pPr marL="1336350" indent="0" algn="ctr">
              <a:buNone/>
              <a:defRPr sz="1559"/>
            </a:lvl4pPr>
            <a:lvl5pPr marL="1781800" indent="0" algn="ctr">
              <a:buNone/>
              <a:defRPr sz="1559"/>
            </a:lvl5pPr>
            <a:lvl6pPr marL="2227250" indent="0" algn="ctr">
              <a:buNone/>
              <a:defRPr sz="1559"/>
            </a:lvl6pPr>
            <a:lvl7pPr marL="2672700" indent="0" algn="ctr">
              <a:buNone/>
              <a:defRPr sz="1559"/>
            </a:lvl7pPr>
            <a:lvl8pPr marL="3118150" indent="0" algn="ctr">
              <a:buNone/>
              <a:defRPr sz="1559"/>
            </a:lvl8pPr>
            <a:lvl9pPr marL="3563600" indent="0" algn="ctr">
              <a:buNone/>
              <a:defRPr sz="1559"/>
            </a:lvl9pPr>
          </a:lstStyle>
          <a:p>
            <a:r>
              <a:rPr lang="ru-RU" dirty="0"/>
              <a:t>НАЗВАНИЕ ПОДЗАГОЛОВКА ПРЕЗЕНТАЦИИ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263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5C004-5CD4-4C2F-BE0D-45D3A80F2641}" type="datetime1">
              <a:rPr lang="ru-RU" smtClean="0"/>
              <a:t>31.05.2026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7690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512" y="1705385"/>
            <a:ext cx="10245864" cy="2845473"/>
          </a:xfrm>
        </p:spPr>
        <p:txBody>
          <a:bodyPr anchor="b"/>
          <a:lstStyle>
            <a:lvl1pPr>
              <a:defRPr sz="5846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512" y="4577778"/>
            <a:ext cx="10245864" cy="1496367"/>
          </a:xfrm>
        </p:spPr>
        <p:txBody>
          <a:bodyPr/>
          <a:lstStyle>
            <a:lvl1pPr marL="0" indent="0">
              <a:buNone/>
              <a:defRPr sz="2338">
                <a:solidFill>
                  <a:schemeClr val="tx1">
                    <a:tint val="75000"/>
                  </a:schemeClr>
                </a:solidFill>
              </a:defRPr>
            </a:lvl1pPr>
            <a:lvl2pPr marL="445450" indent="0">
              <a:buNone/>
              <a:defRPr sz="1949">
                <a:solidFill>
                  <a:schemeClr val="tx1">
                    <a:tint val="75000"/>
                  </a:schemeClr>
                </a:solidFill>
              </a:defRPr>
            </a:lvl2pPr>
            <a:lvl3pPr marL="890900" indent="0">
              <a:buNone/>
              <a:defRPr sz="1754">
                <a:solidFill>
                  <a:schemeClr val="tx1">
                    <a:tint val="75000"/>
                  </a:schemeClr>
                </a:solidFill>
              </a:defRPr>
            </a:lvl3pPr>
            <a:lvl4pPr marL="133635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4pPr>
            <a:lvl5pPr marL="178180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5pPr>
            <a:lvl6pPr marL="222725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6pPr>
            <a:lvl7pPr marL="267270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7pPr>
            <a:lvl8pPr marL="311815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8pPr>
            <a:lvl9pPr marL="356360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B862-C489-4421-A959-26B4546E8111}" type="datetime1">
              <a:rPr lang="ru-RU" smtClean="0"/>
              <a:t>31.05.2026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1691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699" y="1820976"/>
            <a:ext cx="5048687" cy="43402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3877" y="1820976"/>
            <a:ext cx="5048687" cy="43402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7770C-0BA8-4BEF-A800-43AD259DBADB}" type="datetime1">
              <a:rPr lang="ru-RU" smtClean="0"/>
              <a:t>31.05.2026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2148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364196"/>
            <a:ext cx="10245864" cy="132218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247" y="1676882"/>
            <a:ext cx="5025485" cy="821814"/>
          </a:xfrm>
        </p:spPr>
        <p:txBody>
          <a:bodyPr anchor="b"/>
          <a:lstStyle>
            <a:lvl1pPr marL="0" indent="0">
              <a:buNone/>
              <a:defRPr sz="2338" b="1"/>
            </a:lvl1pPr>
            <a:lvl2pPr marL="445450" indent="0">
              <a:buNone/>
              <a:defRPr sz="1949" b="1"/>
            </a:lvl2pPr>
            <a:lvl3pPr marL="890900" indent="0">
              <a:buNone/>
              <a:defRPr sz="1754" b="1"/>
            </a:lvl3pPr>
            <a:lvl4pPr marL="1336350" indent="0">
              <a:buNone/>
              <a:defRPr sz="1559" b="1"/>
            </a:lvl4pPr>
            <a:lvl5pPr marL="1781800" indent="0">
              <a:buNone/>
              <a:defRPr sz="1559" b="1"/>
            </a:lvl5pPr>
            <a:lvl6pPr marL="2227250" indent="0">
              <a:buNone/>
              <a:defRPr sz="1559" b="1"/>
            </a:lvl6pPr>
            <a:lvl7pPr marL="2672700" indent="0">
              <a:buNone/>
              <a:defRPr sz="1559" b="1"/>
            </a:lvl7pPr>
            <a:lvl8pPr marL="3118150" indent="0">
              <a:buNone/>
              <a:defRPr sz="1559" b="1"/>
            </a:lvl8pPr>
            <a:lvl9pPr marL="3563600" indent="0">
              <a:buNone/>
              <a:defRPr sz="1559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247" y="2498697"/>
            <a:ext cx="5025485" cy="36752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3877" y="1676882"/>
            <a:ext cx="5050234" cy="821814"/>
          </a:xfrm>
        </p:spPr>
        <p:txBody>
          <a:bodyPr anchor="b"/>
          <a:lstStyle>
            <a:lvl1pPr marL="0" indent="0">
              <a:buNone/>
              <a:defRPr sz="2338" b="1"/>
            </a:lvl1pPr>
            <a:lvl2pPr marL="445450" indent="0">
              <a:buNone/>
              <a:defRPr sz="1949" b="1"/>
            </a:lvl2pPr>
            <a:lvl3pPr marL="890900" indent="0">
              <a:buNone/>
              <a:defRPr sz="1754" b="1"/>
            </a:lvl3pPr>
            <a:lvl4pPr marL="1336350" indent="0">
              <a:buNone/>
              <a:defRPr sz="1559" b="1"/>
            </a:lvl4pPr>
            <a:lvl5pPr marL="1781800" indent="0">
              <a:buNone/>
              <a:defRPr sz="1559" b="1"/>
            </a:lvl5pPr>
            <a:lvl6pPr marL="2227250" indent="0">
              <a:buNone/>
              <a:defRPr sz="1559" b="1"/>
            </a:lvl6pPr>
            <a:lvl7pPr marL="2672700" indent="0">
              <a:buNone/>
              <a:defRPr sz="1559" b="1"/>
            </a:lvl7pPr>
            <a:lvl8pPr marL="3118150" indent="0">
              <a:buNone/>
              <a:defRPr sz="1559" b="1"/>
            </a:lvl8pPr>
            <a:lvl9pPr marL="3563600" indent="0">
              <a:buNone/>
              <a:defRPr sz="1559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3877" y="2498697"/>
            <a:ext cx="5050234" cy="36752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8121A-E5FF-4E1B-989F-A951C24D8EF9}" type="datetime1">
              <a:rPr lang="ru-RU" smtClean="0"/>
              <a:t>31.05.2026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0016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E3E63-37C4-46D0-9DC6-3287C4280D41}" type="datetime1">
              <a:rPr lang="ru-RU" smtClean="0"/>
              <a:t>31.05.2026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399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572DF-252E-4B22-A0DB-8839B02EB848}" type="datetime1">
              <a:rPr lang="ru-RU" smtClean="0"/>
              <a:t>31.05.2026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93404" y="6476343"/>
            <a:ext cx="2672834" cy="364195"/>
          </a:xfrm>
        </p:spPr>
        <p:txBody>
          <a:bodyPr/>
          <a:lstStyle>
            <a:lvl1pPr>
              <a:defRPr sz="1400" b="1">
                <a:solidFill>
                  <a:srgbClr val="D40032"/>
                </a:solidFill>
              </a:defRPr>
            </a:lvl1pPr>
          </a:lstStyle>
          <a:p>
            <a:fld id="{EE7CC5E5-24C7-41B7-83A8-7F0F7DA65A4E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7733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456036"/>
            <a:ext cx="3831371" cy="1596126"/>
          </a:xfrm>
        </p:spPr>
        <p:txBody>
          <a:bodyPr anchor="b"/>
          <a:lstStyle>
            <a:lvl1pPr>
              <a:defRPr sz="3118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0234" y="984911"/>
            <a:ext cx="6013877" cy="4861216"/>
          </a:xfrm>
        </p:spPr>
        <p:txBody>
          <a:bodyPr/>
          <a:lstStyle>
            <a:lvl1pPr>
              <a:defRPr sz="3118"/>
            </a:lvl1pPr>
            <a:lvl2pPr>
              <a:defRPr sz="2728"/>
            </a:lvl2pPr>
            <a:lvl3pPr>
              <a:defRPr sz="2338"/>
            </a:lvl3pPr>
            <a:lvl4pPr>
              <a:defRPr sz="1949"/>
            </a:lvl4pPr>
            <a:lvl5pPr>
              <a:defRPr sz="1949"/>
            </a:lvl5pPr>
            <a:lvl6pPr>
              <a:defRPr sz="1949"/>
            </a:lvl6pPr>
            <a:lvl7pPr>
              <a:defRPr sz="1949"/>
            </a:lvl7pPr>
            <a:lvl8pPr>
              <a:defRPr sz="1949"/>
            </a:lvl8pPr>
            <a:lvl9pPr>
              <a:defRPr sz="1949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2052161"/>
            <a:ext cx="3831371" cy="3801883"/>
          </a:xfrm>
        </p:spPr>
        <p:txBody>
          <a:bodyPr/>
          <a:lstStyle>
            <a:lvl1pPr marL="0" indent="0">
              <a:buNone/>
              <a:defRPr sz="1559"/>
            </a:lvl1pPr>
            <a:lvl2pPr marL="445450" indent="0">
              <a:buNone/>
              <a:defRPr sz="1364"/>
            </a:lvl2pPr>
            <a:lvl3pPr marL="890900" indent="0">
              <a:buNone/>
              <a:defRPr sz="1169"/>
            </a:lvl3pPr>
            <a:lvl4pPr marL="1336350" indent="0">
              <a:buNone/>
              <a:defRPr sz="974"/>
            </a:lvl4pPr>
            <a:lvl5pPr marL="1781800" indent="0">
              <a:buNone/>
              <a:defRPr sz="974"/>
            </a:lvl5pPr>
            <a:lvl6pPr marL="2227250" indent="0">
              <a:buNone/>
              <a:defRPr sz="974"/>
            </a:lvl6pPr>
            <a:lvl7pPr marL="2672700" indent="0">
              <a:buNone/>
              <a:defRPr sz="974"/>
            </a:lvl7pPr>
            <a:lvl8pPr marL="3118150" indent="0">
              <a:buNone/>
              <a:defRPr sz="974"/>
            </a:lvl8pPr>
            <a:lvl9pPr marL="3563600" indent="0">
              <a:buNone/>
              <a:defRPr sz="974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2BBAD-85BD-4E54-BEBF-BC3955384C6E}" type="datetime1">
              <a:rPr lang="ru-RU" smtClean="0"/>
              <a:t>31.05.2026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8497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456036"/>
            <a:ext cx="3831371" cy="1596126"/>
          </a:xfrm>
        </p:spPr>
        <p:txBody>
          <a:bodyPr anchor="b"/>
          <a:lstStyle>
            <a:lvl1pPr>
              <a:defRPr sz="3118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0234" y="984911"/>
            <a:ext cx="6013877" cy="4861216"/>
          </a:xfrm>
        </p:spPr>
        <p:txBody>
          <a:bodyPr anchor="t"/>
          <a:lstStyle>
            <a:lvl1pPr marL="0" indent="0">
              <a:buNone/>
              <a:defRPr sz="3118"/>
            </a:lvl1pPr>
            <a:lvl2pPr marL="445450" indent="0">
              <a:buNone/>
              <a:defRPr sz="2728"/>
            </a:lvl2pPr>
            <a:lvl3pPr marL="890900" indent="0">
              <a:buNone/>
              <a:defRPr sz="2338"/>
            </a:lvl3pPr>
            <a:lvl4pPr marL="1336350" indent="0">
              <a:buNone/>
              <a:defRPr sz="1949"/>
            </a:lvl4pPr>
            <a:lvl5pPr marL="1781800" indent="0">
              <a:buNone/>
              <a:defRPr sz="1949"/>
            </a:lvl5pPr>
            <a:lvl6pPr marL="2227250" indent="0">
              <a:buNone/>
              <a:defRPr sz="1949"/>
            </a:lvl6pPr>
            <a:lvl7pPr marL="2672700" indent="0">
              <a:buNone/>
              <a:defRPr sz="1949"/>
            </a:lvl7pPr>
            <a:lvl8pPr marL="3118150" indent="0">
              <a:buNone/>
              <a:defRPr sz="1949"/>
            </a:lvl8pPr>
            <a:lvl9pPr marL="3563600" indent="0">
              <a:buNone/>
              <a:defRPr sz="1949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2052161"/>
            <a:ext cx="3831371" cy="3801883"/>
          </a:xfrm>
        </p:spPr>
        <p:txBody>
          <a:bodyPr/>
          <a:lstStyle>
            <a:lvl1pPr marL="0" indent="0">
              <a:buNone/>
              <a:defRPr sz="1559"/>
            </a:lvl1pPr>
            <a:lvl2pPr marL="445450" indent="0">
              <a:buNone/>
              <a:defRPr sz="1364"/>
            </a:lvl2pPr>
            <a:lvl3pPr marL="890900" indent="0">
              <a:buNone/>
              <a:defRPr sz="1169"/>
            </a:lvl3pPr>
            <a:lvl4pPr marL="1336350" indent="0">
              <a:buNone/>
              <a:defRPr sz="974"/>
            </a:lvl4pPr>
            <a:lvl5pPr marL="1781800" indent="0">
              <a:buNone/>
              <a:defRPr sz="974"/>
            </a:lvl5pPr>
            <a:lvl6pPr marL="2227250" indent="0">
              <a:buNone/>
              <a:defRPr sz="974"/>
            </a:lvl6pPr>
            <a:lvl7pPr marL="2672700" indent="0">
              <a:buNone/>
              <a:defRPr sz="974"/>
            </a:lvl7pPr>
            <a:lvl8pPr marL="3118150" indent="0">
              <a:buNone/>
              <a:defRPr sz="974"/>
            </a:lvl8pPr>
            <a:lvl9pPr marL="3563600" indent="0">
              <a:buNone/>
              <a:defRPr sz="974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1878F-2510-46C2-9ED2-4EF1571CA37E}" type="datetime1">
              <a:rPr lang="ru-RU" smtClean="0"/>
              <a:t>31.05.2026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595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1BC70-217C-4487-AA7F-B34715C5834A}" type="datetime1">
              <a:rPr lang="ru-RU" smtClean="0"/>
              <a:t>31.05.2026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0010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01098" y="364195"/>
            <a:ext cx="2561466" cy="579704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6700" y="364195"/>
            <a:ext cx="7535907" cy="579704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E7BF3-B61C-45C2-AEA2-B70A5FFE8BFB}" type="datetime1">
              <a:rPr lang="ru-RU" smtClean="0"/>
              <a:t>31.05.2026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7472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6700" y="364196"/>
            <a:ext cx="10245864" cy="1322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6700" y="1820976"/>
            <a:ext cx="10245864" cy="434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6699" y="6340166"/>
            <a:ext cx="2672834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54CAC6-6DDC-4688-97AC-2AF3F03CA6A8}" type="datetime1">
              <a:rPr lang="ru-RU" smtClean="0"/>
              <a:t>31.05.2026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5006" y="6340166"/>
            <a:ext cx="4009251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9730" y="6340166"/>
            <a:ext cx="2672834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CC5E5-24C7-41B7-83A8-7F0F7DA65A4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3282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890900" rtl="0" eaLnBrk="1" latinLnBrk="0" hangingPunct="1">
        <a:lnSpc>
          <a:spcPct val="90000"/>
        </a:lnSpc>
        <a:spcBef>
          <a:spcPct val="0"/>
        </a:spcBef>
        <a:buNone/>
        <a:defRPr sz="42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2725" indent="-222725" algn="l" defTabSz="890900" rtl="0" eaLnBrk="1" latinLnBrk="0" hangingPunct="1">
        <a:lnSpc>
          <a:spcPct val="90000"/>
        </a:lnSpc>
        <a:spcBef>
          <a:spcPts val="974"/>
        </a:spcBef>
        <a:buFont typeface="Arial" panose="020B0604020202020204" pitchFamily="34" charset="0"/>
        <a:buChar char="•"/>
        <a:defRPr sz="2728" kern="1200">
          <a:solidFill>
            <a:schemeClr val="tx1"/>
          </a:solidFill>
          <a:latin typeface="+mn-lt"/>
          <a:ea typeface="+mn-ea"/>
          <a:cs typeface="+mn-cs"/>
        </a:defRPr>
      </a:lvl1pPr>
      <a:lvl2pPr marL="6681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136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949" kern="1200">
          <a:solidFill>
            <a:schemeClr val="tx1"/>
          </a:solidFill>
          <a:latin typeface="+mn-lt"/>
          <a:ea typeface="+mn-ea"/>
          <a:cs typeface="+mn-cs"/>
        </a:defRPr>
      </a:lvl3pPr>
      <a:lvl4pPr marL="15590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4pPr>
      <a:lvl5pPr marL="20045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5pPr>
      <a:lvl6pPr marL="24499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6pPr>
      <a:lvl7pPr marL="28954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7pPr>
      <a:lvl8pPr marL="33408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8pPr>
      <a:lvl9pPr marL="37863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1pPr>
      <a:lvl2pPr marL="4454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2pPr>
      <a:lvl3pPr marL="8909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3pPr>
      <a:lvl4pPr marL="13363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4pPr>
      <a:lvl5pPr marL="17818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5pPr>
      <a:lvl6pPr marL="22272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6pPr>
      <a:lvl7pPr marL="26727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7pPr>
      <a:lvl8pPr marL="31181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8pPr>
      <a:lvl9pPr marL="35636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" y="0"/>
            <a:ext cx="12181720" cy="6858000"/>
          </a:xfrm>
          <a:prstGeom prst="rect">
            <a:avLst/>
          </a:prstGeom>
        </p:spPr>
      </p:pic>
      <p:sp>
        <p:nvSpPr>
          <p:cNvPr id="6" name="Заголовок 1"/>
          <p:cNvSpPr>
            <a:spLocks noGrp="1"/>
          </p:cNvSpPr>
          <p:nvPr>
            <p:ph type="ctrTitle"/>
          </p:nvPr>
        </p:nvSpPr>
        <p:spPr>
          <a:xfrm>
            <a:off x="518160" y="5087388"/>
            <a:ext cx="9623367" cy="1130386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latin typeface="Gotham Pro Medium" panose="02000603030000020004" pitchFamily="50" charset="0"/>
                <a:cs typeface="Gotham Pro" panose="02000503040000020004" pitchFamily="50" charset="0"/>
              </a:rPr>
              <a:t>NETWORK SERVICES FINAL PROJECT</a:t>
            </a:r>
            <a:endParaRPr lang="ru-RU" sz="2400" dirty="0">
              <a:latin typeface="Gotham Pro" panose="02000503040000020004" pitchFamily="50" charset="0"/>
              <a:cs typeface="Gotham Pro" panose="02000503040000020004" pitchFamily="50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90204" y="5261956"/>
            <a:ext cx="11080865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6727" y="5449386"/>
            <a:ext cx="1989945" cy="88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43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68867" y="78739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668866" y="253999"/>
            <a:ext cx="9462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Configuration of Switches</a:t>
            </a:r>
            <a:endParaRPr lang="ru-RU" sz="2400" dirty="0">
              <a:solidFill>
                <a:schemeClr val="accent3">
                  <a:lumMod val="10000"/>
                </a:schemeClr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B230B94-C717-5DBA-D46B-5E81E45E0A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66" y="833118"/>
            <a:ext cx="4798873" cy="439163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2641049-6756-3424-01A6-33F13C9895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739" y="833118"/>
            <a:ext cx="4881938" cy="441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589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656E9-7AA7-853B-C21A-B9BB87CB7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ACEFC6-A3F2-0FB5-4650-38F1C1B3F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B0E342B-8605-8CB2-E546-77BDAC8AEFCB}"/>
              </a:ext>
            </a:extLst>
          </p:cNvPr>
          <p:cNvSpPr/>
          <p:nvPr/>
        </p:nvSpPr>
        <p:spPr>
          <a:xfrm>
            <a:off x="668867" y="78739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EF11F7-34A8-3F4C-B4C6-A1896E16F616}"/>
              </a:ext>
            </a:extLst>
          </p:cNvPr>
          <p:cNvSpPr txBox="1"/>
          <p:nvPr/>
        </p:nvSpPr>
        <p:spPr>
          <a:xfrm>
            <a:off x="668866" y="253999"/>
            <a:ext cx="9462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Configuration of Switches</a:t>
            </a:r>
            <a:endParaRPr lang="ru-RU" sz="2400" dirty="0">
              <a:solidFill>
                <a:schemeClr val="accent3">
                  <a:lumMod val="10000"/>
                </a:schemeClr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0ECBE4C-B464-FC97-47EF-7D3D560CA2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4852" y="810257"/>
            <a:ext cx="4548976" cy="581541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F4912DC-6FF4-E319-D805-A6EBD6CA50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83828" y="787399"/>
            <a:ext cx="5895383" cy="319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185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BEBE7-6993-CEE9-447B-C6D394FAF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DD2956-5818-387A-052E-9C8B2B2D8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903AF77-4E7B-8402-BB22-A6E252A22134}"/>
              </a:ext>
            </a:extLst>
          </p:cNvPr>
          <p:cNvSpPr/>
          <p:nvPr/>
        </p:nvSpPr>
        <p:spPr>
          <a:xfrm>
            <a:off x="668867" y="78739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3A0BC0-4590-CEF0-EBFF-EC7EEDDE543B}"/>
              </a:ext>
            </a:extLst>
          </p:cNvPr>
          <p:cNvSpPr txBox="1"/>
          <p:nvPr/>
        </p:nvSpPr>
        <p:spPr>
          <a:xfrm>
            <a:off x="668866" y="253999"/>
            <a:ext cx="9462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Configuration of Switches</a:t>
            </a:r>
            <a:endParaRPr lang="ru-RU" sz="2400" dirty="0">
              <a:solidFill>
                <a:schemeClr val="accent3">
                  <a:lumMod val="10000"/>
                </a:schemeClr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A0CB1BB-CC60-D4D1-81F1-E7BAEB067D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4852" y="927502"/>
            <a:ext cx="4548976" cy="558092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E845DD3-2D36-07D5-65FD-E72A12EDFB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83828" y="954762"/>
            <a:ext cx="5895383" cy="246550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78922F6-CD86-37C7-4F2D-131BB5BB3D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828" y="3541913"/>
            <a:ext cx="6234015" cy="2396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102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58341-02EF-9CDD-D382-034BB6855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66AB73-B3BE-F81D-F244-0B8623AD4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379C819-27FA-D5D5-6C25-CE7C6AF57CB6}"/>
              </a:ext>
            </a:extLst>
          </p:cNvPr>
          <p:cNvSpPr/>
          <p:nvPr/>
        </p:nvSpPr>
        <p:spPr>
          <a:xfrm>
            <a:off x="668867" y="78739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A65602-E6DD-199A-6AFA-6C41A14C5CDD}"/>
              </a:ext>
            </a:extLst>
          </p:cNvPr>
          <p:cNvSpPr txBox="1"/>
          <p:nvPr/>
        </p:nvSpPr>
        <p:spPr>
          <a:xfrm>
            <a:off x="668866" y="253999"/>
            <a:ext cx="9462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Configuration of Routers</a:t>
            </a:r>
            <a:endParaRPr lang="ru-RU" sz="2400" dirty="0">
              <a:solidFill>
                <a:schemeClr val="accent3">
                  <a:lumMod val="10000"/>
                </a:schemeClr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235B34C-5D37-C203-EDDF-50119F25EB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66" y="833118"/>
            <a:ext cx="5108265" cy="468892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C0E3DF7-BB12-EF5C-6106-3941D5E764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131" y="810258"/>
            <a:ext cx="4033921" cy="485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650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1DD15-A7B2-4988-AB52-EDCA09683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F95805-56E2-4A81-DDA4-3062A8B0A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950C3E3-A17F-93E7-D7BD-72C6CC9A4509}"/>
              </a:ext>
            </a:extLst>
          </p:cNvPr>
          <p:cNvSpPr/>
          <p:nvPr/>
        </p:nvSpPr>
        <p:spPr>
          <a:xfrm>
            <a:off x="668867" y="78739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1C77A2-15A4-9FA2-9046-B0B634EE8478}"/>
              </a:ext>
            </a:extLst>
          </p:cNvPr>
          <p:cNvSpPr txBox="1"/>
          <p:nvPr/>
        </p:nvSpPr>
        <p:spPr>
          <a:xfrm>
            <a:off x="668866" y="253999"/>
            <a:ext cx="9462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Configuration of Routers</a:t>
            </a:r>
            <a:endParaRPr lang="ru-RU" sz="2400" dirty="0">
              <a:solidFill>
                <a:schemeClr val="accent3">
                  <a:lumMod val="10000"/>
                </a:schemeClr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EB16CD7-6211-2258-7BDC-FBAB50C30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67" y="833119"/>
            <a:ext cx="3729928" cy="460892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9DB677A-A129-0B04-F460-4DAC5AA6D0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2825" y="833118"/>
            <a:ext cx="3820009" cy="456320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4DFEC68-2481-47EF-7E0B-4FCA1536CE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66" y="5442039"/>
            <a:ext cx="5140068" cy="1354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787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8E3B5-D930-4D7F-EA97-9C578CDEC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0FF3BD-77C6-754B-8A9D-47D10AECE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583CF58-70C2-23FF-5644-AC983A84B6CD}"/>
              </a:ext>
            </a:extLst>
          </p:cNvPr>
          <p:cNvSpPr/>
          <p:nvPr/>
        </p:nvSpPr>
        <p:spPr>
          <a:xfrm>
            <a:off x="668867" y="78739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4C662F-9E95-324C-BB9B-517C5714C00B}"/>
              </a:ext>
            </a:extLst>
          </p:cNvPr>
          <p:cNvSpPr txBox="1"/>
          <p:nvPr/>
        </p:nvSpPr>
        <p:spPr>
          <a:xfrm>
            <a:off x="668866" y="253999"/>
            <a:ext cx="9462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Configuration of </a:t>
            </a:r>
            <a:r>
              <a:rPr lang="en-US" sz="2400" dirty="0" err="1">
                <a:solidFill>
                  <a:schemeClr val="accent1"/>
                </a:solidFill>
              </a:rPr>
              <a:t>dhcp</a:t>
            </a:r>
            <a:r>
              <a:rPr lang="en-US" sz="2400" dirty="0">
                <a:solidFill>
                  <a:schemeClr val="accent1"/>
                </a:solidFill>
              </a:rPr>
              <a:t> on endpoint devices</a:t>
            </a:r>
            <a:endParaRPr lang="ru-RU" sz="2400" dirty="0">
              <a:solidFill>
                <a:schemeClr val="accent3">
                  <a:lumMod val="10000"/>
                </a:schemeClr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0DAEC49-6D77-B60E-08A4-05098BAADE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5817" y="852310"/>
            <a:ext cx="3558783" cy="239077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C18C9CF-F78B-C55F-73CE-D5FDC6658C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648" y="833118"/>
            <a:ext cx="3604405" cy="242915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8191813-7B5C-2374-BF7A-14613F7C7F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66" y="837957"/>
            <a:ext cx="3558783" cy="2429156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50EB6BA-A7E3-D3D2-26ED-BA6F939AA5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8747" y="3199697"/>
            <a:ext cx="3861802" cy="2617499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007B60B-3F2D-8B3D-1AED-40C6FDF8A3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313" y="3199697"/>
            <a:ext cx="3321925" cy="2608727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5535899-A141-78F4-8BDE-A122AF4302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101" y="3243082"/>
            <a:ext cx="3799882" cy="257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14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4D2B1-FECE-0D7F-81D8-250B6F952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FC5659-6551-9B96-3AC3-D6CFC643F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3A52A13-90C3-2E7A-3FE5-3DA9EDC10779}"/>
              </a:ext>
            </a:extLst>
          </p:cNvPr>
          <p:cNvSpPr/>
          <p:nvPr/>
        </p:nvSpPr>
        <p:spPr>
          <a:xfrm>
            <a:off x="668867" y="78739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E85832-9900-9B1D-1CC2-23F09C4E1727}"/>
              </a:ext>
            </a:extLst>
          </p:cNvPr>
          <p:cNvSpPr txBox="1"/>
          <p:nvPr/>
        </p:nvSpPr>
        <p:spPr>
          <a:xfrm>
            <a:off x="668866" y="253999"/>
            <a:ext cx="9462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Verified configuration of </a:t>
            </a:r>
            <a:r>
              <a:rPr lang="en-US" sz="2400" dirty="0" err="1">
                <a:solidFill>
                  <a:schemeClr val="accent1"/>
                </a:solidFill>
              </a:rPr>
              <a:t>dhcp</a:t>
            </a:r>
            <a:r>
              <a:rPr lang="en-US" sz="2400" dirty="0">
                <a:solidFill>
                  <a:schemeClr val="accent1"/>
                </a:solidFill>
              </a:rPr>
              <a:t> on endpoint devices</a:t>
            </a:r>
            <a:endParaRPr lang="ru-RU" sz="2400" dirty="0">
              <a:solidFill>
                <a:schemeClr val="accent3">
                  <a:lumMod val="10000"/>
                </a:schemeClr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D38E23F-5C71-DE49-A3E2-019CA3AB26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45817" y="1496781"/>
            <a:ext cx="3558783" cy="110182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0E994CE-6B84-9C91-87C7-6CF08385A8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27648" y="1470604"/>
            <a:ext cx="3604405" cy="115418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8158136-FE0C-4374-2FD4-BCA47CCD57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8866" y="1491293"/>
            <a:ext cx="3558783" cy="112248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81AAFBF-8366-2D1F-6C2E-3B4E2B0B54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8747" y="3918832"/>
            <a:ext cx="3861802" cy="117922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CAAA672-08FB-2BB9-8979-96398FB711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44313" y="3979388"/>
            <a:ext cx="3321925" cy="1049344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D42A9345-913E-F4F6-3243-921B89B110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8866" y="3897039"/>
            <a:ext cx="3799882" cy="1214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170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E9E52-845C-B1B6-618E-975D3C946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A0E782-F8FD-633C-D6A7-0957EA8F7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EF34891-78B4-3B6E-921F-B47286CF4FA7}"/>
              </a:ext>
            </a:extLst>
          </p:cNvPr>
          <p:cNvSpPr/>
          <p:nvPr/>
        </p:nvSpPr>
        <p:spPr>
          <a:xfrm>
            <a:off x="668867" y="78739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9B06BB-F03A-7F2C-4B71-60CAB8F5942C}"/>
              </a:ext>
            </a:extLst>
          </p:cNvPr>
          <p:cNvSpPr txBox="1"/>
          <p:nvPr/>
        </p:nvSpPr>
        <p:spPr>
          <a:xfrm>
            <a:off x="668866" y="253999"/>
            <a:ext cx="9462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Verified configuration of </a:t>
            </a:r>
            <a:r>
              <a:rPr lang="en-US" sz="2400" dirty="0" err="1">
                <a:solidFill>
                  <a:schemeClr val="accent1"/>
                </a:solidFill>
              </a:rPr>
              <a:t>vlan</a:t>
            </a:r>
            <a:r>
              <a:rPr lang="en-US" sz="2400" dirty="0">
                <a:solidFill>
                  <a:schemeClr val="accent1"/>
                </a:solidFill>
              </a:rPr>
              <a:t> on switches</a:t>
            </a:r>
            <a:endParaRPr lang="ru-RU" sz="2400" dirty="0">
              <a:solidFill>
                <a:schemeClr val="accent3">
                  <a:lumMod val="10000"/>
                </a:schemeClr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C55E3E2-0854-6A45-F7C0-74782F076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342" y="904853"/>
            <a:ext cx="5638391" cy="441509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C6DE72C-B2B3-85D1-4E4A-D9891CE671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6733" y="904853"/>
            <a:ext cx="5816021" cy="442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241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CCE90-7647-E336-4477-575675FD8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07A1DB-FC73-F30C-6E19-182A288A0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66B0882-399C-82E3-CF22-CCC174902675}"/>
              </a:ext>
            </a:extLst>
          </p:cNvPr>
          <p:cNvSpPr/>
          <p:nvPr/>
        </p:nvSpPr>
        <p:spPr>
          <a:xfrm>
            <a:off x="668867" y="78739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DB6F11-4C1F-F8E0-7321-ADB146F8F9F0}"/>
              </a:ext>
            </a:extLst>
          </p:cNvPr>
          <p:cNvSpPr txBox="1"/>
          <p:nvPr/>
        </p:nvSpPr>
        <p:spPr>
          <a:xfrm>
            <a:off x="668866" y="253999"/>
            <a:ext cx="9462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Verified configuration of </a:t>
            </a:r>
            <a:r>
              <a:rPr lang="en-US" sz="2400" dirty="0" err="1">
                <a:solidFill>
                  <a:schemeClr val="accent1"/>
                </a:solidFill>
              </a:rPr>
              <a:t>vlan</a:t>
            </a:r>
            <a:r>
              <a:rPr lang="en-US" sz="2400" dirty="0">
                <a:solidFill>
                  <a:schemeClr val="accent1"/>
                </a:solidFill>
              </a:rPr>
              <a:t> on switches</a:t>
            </a:r>
            <a:endParaRPr lang="ru-RU" sz="2400" dirty="0">
              <a:solidFill>
                <a:schemeClr val="accent3">
                  <a:lumMod val="10000"/>
                </a:schemeClr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427AD2F-F255-2AA4-FBA5-35201A5382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342" y="904853"/>
            <a:ext cx="5638391" cy="441509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3781282-EDA7-C0B1-B26B-44E78D68EE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6733" y="904853"/>
            <a:ext cx="5816021" cy="442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9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B46DF-8AC3-DF3B-1457-24213962D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A684F3-9206-42C9-E6A3-FAF379C1A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B78636A-1D9E-F8A1-EC2B-C8626DBDAECB}"/>
              </a:ext>
            </a:extLst>
          </p:cNvPr>
          <p:cNvSpPr/>
          <p:nvPr/>
        </p:nvSpPr>
        <p:spPr>
          <a:xfrm>
            <a:off x="668867" y="78739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D69C3B-9DFC-2CE6-F962-33DA8510E702}"/>
              </a:ext>
            </a:extLst>
          </p:cNvPr>
          <p:cNvSpPr txBox="1"/>
          <p:nvPr/>
        </p:nvSpPr>
        <p:spPr>
          <a:xfrm>
            <a:off x="668866" y="253999"/>
            <a:ext cx="9462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Verification of protocols on S3 </a:t>
            </a:r>
            <a:endParaRPr lang="ru-RU" sz="2400" dirty="0">
              <a:solidFill>
                <a:schemeClr val="accent3">
                  <a:lumMod val="10000"/>
                </a:schemeClr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B863A2D-15EE-34F9-3EF3-03EACC750A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66" y="888693"/>
            <a:ext cx="3554842" cy="435386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23A0C12-7B0B-C72F-8046-91FA89472E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708" y="888693"/>
            <a:ext cx="3826664" cy="435386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AFE26B2-EFA1-CC7F-3D3D-998DEB1AEF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0372" y="870630"/>
            <a:ext cx="3816814" cy="27841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07EBA34-9B0F-881E-329B-013E09A3F274}"/>
              </a:ext>
            </a:extLst>
          </p:cNvPr>
          <p:cNvSpPr txBox="1"/>
          <p:nvPr/>
        </p:nvSpPr>
        <p:spPr>
          <a:xfrm>
            <a:off x="8040522" y="3654730"/>
            <a:ext cx="3826664" cy="2270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Outputs of the next commands: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display </a:t>
            </a:r>
            <a:r>
              <a:rPr lang="en-US" dirty="0" err="1">
                <a:solidFill>
                  <a:srgbClr val="FF0000"/>
                </a:solidFill>
              </a:rPr>
              <a:t>vlan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display </a:t>
            </a:r>
            <a:r>
              <a:rPr lang="en-US" dirty="0" err="1">
                <a:solidFill>
                  <a:srgbClr val="FF0000"/>
                </a:solidFill>
              </a:rPr>
              <a:t>stp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display eth-trunk 1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display </a:t>
            </a:r>
            <a:r>
              <a:rPr lang="en-US" dirty="0" err="1">
                <a:solidFill>
                  <a:srgbClr val="FF0000"/>
                </a:solidFill>
              </a:rPr>
              <a:t>ip</a:t>
            </a:r>
            <a:r>
              <a:rPr lang="en-US" dirty="0">
                <a:solidFill>
                  <a:srgbClr val="FF0000"/>
                </a:solidFill>
              </a:rPr>
              <a:t> interface brief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display </a:t>
            </a:r>
            <a:r>
              <a:rPr lang="en-US" dirty="0" err="1">
                <a:solidFill>
                  <a:srgbClr val="FF0000"/>
                </a:solidFill>
              </a:rPr>
              <a:t>ip</a:t>
            </a:r>
            <a:r>
              <a:rPr lang="en-US" dirty="0">
                <a:solidFill>
                  <a:srgbClr val="FF0000"/>
                </a:solidFill>
              </a:rPr>
              <a:t> pool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display </a:t>
            </a:r>
            <a:r>
              <a:rPr lang="en-US" dirty="0" err="1">
                <a:solidFill>
                  <a:srgbClr val="FF0000"/>
                </a:solidFill>
              </a:rPr>
              <a:t>ospf</a:t>
            </a:r>
            <a:r>
              <a:rPr lang="en-US" dirty="0">
                <a:solidFill>
                  <a:srgbClr val="FF0000"/>
                </a:solidFill>
              </a:rPr>
              <a:t> peer brief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display </a:t>
            </a:r>
            <a:r>
              <a:rPr lang="en-US" dirty="0" err="1">
                <a:solidFill>
                  <a:srgbClr val="FF0000"/>
                </a:solidFill>
              </a:rPr>
              <a:t>ip</a:t>
            </a:r>
            <a:r>
              <a:rPr lang="en-US" dirty="0">
                <a:solidFill>
                  <a:srgbClr val="FF0000"/>
                </a:solidFill>
              </a:rPr>
              <a:t> routing-table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903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7B5ED-E415-CF59-6E38-B5D5153CE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67D2C2-BBDA-1DBC-A3EE-15572F832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B9A0582-7976-6E10-035C-6DF47176F753}"/>
              </a:ext>
            </a:extLst>
          </p:cNvPr>
          <p:cNvSpPr/>
          <p:nvPr/>
        </p:nvSpPr>
        <p:spPr>
          <a:xfrm>
            <a:off x="668867" y="78739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C91488-63B0-B580-D389-1FC4F08684E1}"/>
              </a:ext>
            </a:extLst>
          </p:cNvPr>
          <p:cNvSpPr txBox="1"/>
          <p:nvPr/>
        </p:nvSpPr>
        <p:spPr>
          <a:xfrm>
            <a:off x="668866" y="253999"/>
            <a:ext cx="9462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Verification of protocols on R1 </a:t>
            </a:r>
            <a:endParaRPr lang="ru-RU" sz="2400" dirty="0">
              <a:solidFill>
                <a:schemeClr val="accent3">
                  <a:lumMod val="1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A306ED-A6B7-A5E1-17B0-00F79777731A}"/>
              </a:ext>
            </a:extLst>
          </p:cNvPr>
          <p:cNvSpPr txBox="1"/>
          <p:nvPr/>
        </p:nvSpPr>
        <p:spPr>
          <a:xfrm>
            <a:off x="4586122" y="3665320"/>
            <a:ext cx="3826664" cy="1725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Outputs of the next commands: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display </a:t>
            </a:r>
            <a:r>
              <a:rPr lang="en-US" dirty="0" err="1">
                <a:solidFill>
                  <a:srgbClr val="FF0000"/>
                </a:solidFill>
              </a:rPr>
              <a:t>ip</a:t>
            </a:r>
            <a:r>
              <a:rPr lang="en-US" dirty="0">
                <a:solidFill>
                  <a:srgbClr val="FF0000"/>
                </a:solidFill>
              </a:rPr>
              <a:t> interface brief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display </a:t>
            </a:r>
            <a:r>
              <a:rPr lang="en-US" dirty="0" err="1">
                <a:solidFill>
                  <a:srgbClr val="FF0000"/>
                </a:solidFill>
              </a:rPr>
              <a:t>ospf</a:t>
            </a:r>
            <a:r>
              <a:rPr lang="en-US" dirty="0">
                <a:solidFill>
                  <a:srgbClr val="FF0000"/>
                </a:solidFill>
              </a:rPr>
              <a:t> peer brief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display ospfv3 peer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display </a:t>
            </a:r>
            <a:r>
              <a:rPr lang="en-US" dirty="0" err="1">
                <a:solidFill>
                  <a:srgbClr val="FF0000"/>
                </a:solidFill>
              </a:rPr>
              <a:t>ip</a:t>
            </a:r>
            <a:r>
              <a:rPr lang="en-US" dirty="0">
                <a:solidFill>
                  <a:srgbClr val="FF0000"/>
                </a:solidFill>
              </a:rPr>
              <a:t> routing-table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display ipv6 routing-table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96952A1-F247-3777-6837-DD7430E575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62" y="904853"/>
            <a:ext cx="3935027" cy="3098187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61CCBFDB-2792-3863-C5C7-51224D1692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61" y="4003040"/>
            <a:ext cx="3935027" cy="2783231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49848F2F-F706-6E69-33B8-D5C29B013C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488" y="904853"/>
            <a:ext cx="3826664" cy="257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720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5724C-063A-D7DA-F87D-897D114D0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B8BD7C-45D8-1D15-63ED-2AEEA0674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883F18A-F0E9-D03F-F1FF-F36C0DB39C17}"/>
              </a:ext>
            </a:extLst>
          </p:cNvPr>
          <p:cNvSpPr/>
          <p:nvPr/>
        </p:nvSpPr>
        <p:spPr>
          <a:xfrm>
            <a:off x="668867" y="78739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C9718F-3BCB-C973-EED8-54E9E17AB7BB}"/>
              </a:ext>
            </a:extLst>
          </p:cNvPr>
          <p:cNvSpPr txBox="1"/>
          <p:nvPr/>
        </p:nvSpPr>
        <p:spPr>
          <a:xfrm>
            <a:off x="668866" y="253999"/>
            <a:ext cx="9462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Verification of protocols on R2 </a:t>
            </a:r>
            <a:endParaRPr lang="ru-RU" sz="2400" dirty="0">
              <a:solidFill>
                <a:schemeClr val="accent3">
                  <a:lumMod val="1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53ECC0-39F5-CE88-C59B-C4B4F6749782}"/>
              </a:ext>
            </a:extLst>
          </p:cNvPr>
          <p:cNvSpPr txBox="1"/>
          <p:nvPr/>
        </p:nvSpPr>
        <p:spPr>
          <a:xfrm>
            <a:off x="4422267" y="3994698"/>
            <a:ext cx="3826664" cy="2270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Outputs of the next commands: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display </a:t>
            </a:r>
            <a:r>
              <a:rPr lang="en-US" dirty="0" err="1">
                <a:solidFill>
                  <a:srgbClr val="FF0000"/>
                </a:solidFill>
              </a:rPr>
              <a:t>ip</a:t>
            </a:r>
            <a:r>
              <a:rPr lang="en-US" dirty="0">
                <a:solidFill>
                  <a:srgbClr val="FF0000"/>
                </a:solidFill>
              </a:rPr>
              <a:t> interface brief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display </a:t>
            </a:r>
            <a:r>
              <a:rPr lang="en-US" dirty="0" err="1">
                <a:solidFill>
                  <a:srgbClr val="FF0000"/>
                </a:solidFill>
              </a:rPr>
              <a:t>ospf</a:t>
            </a:r>
            <a:r>
              <a:rPr lang="en-US" dirty="0">
                <a:solidFill>
                  <a:srgbClr val="FF0000"/>
                </a:solidFill>
              </a:rPr>
              <a:t> peer brief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display ospfv3 peer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display </a:t>
            </a:r>
            <a:r>
              <a:rPr lang="en-US" dirty="0" err="1">
                <a:solidFill>
                  <a:srgbClr val="FF0000"/>
                </a:solidFill>
              </a:rPr>
              <a:t>nat</a:t>
            </a:r>
            <a:r>
              <a:rPr lang="en-US" dirty="0">
                <a:solidFill>
                  <a:srgbClr val="FF0000"/>
                </a:solidFill>
              </a:rPr>
              <a:t> outbound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display </a:t>
            </a:r>
            <a:r>
              <a:rPr lang="en-US" dirty="0" err="1">
                <a:solidFill>
                  <a:srgbClr val="FF0000"/>
                </a:solidFill>
              </a:rPr>
              <a:t>ipsec</a:t>
            </a:r>
            <a:r>
              <a:rPr lang="en-US" dirty="0">
                <a:solidFill>
                  <a:srgbClr val="FF0000"/>
                </a:solidFill>
              </a:rPr>
              <a:t> policy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display interface Tunnel0/0/1 display </a:t>
            </a:r>
            <a:r>
              <a:rPr lang="en-US" dirty="0" err="1">
                <a:solidFill>
                  <a:srgbClr val="FF0000"/>
                </a:solidFill>
              </a:rPr>
              <a:t>ip</a:t>
            </a:r>
            <a:r>
              <a:rPr lang="en-US" dirty="0">
                <a:solidFill>
                  <a:srgbClr val="FF0000"/>
                </a:solidFill>
              </a:rPr>
              <a:t> routing-table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FDC0115-E1FC-8A54-B24E-37CF040982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664" y="833119"/>
            <a:ext cx="3771570" cy="324670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68F0D7-58A9-6FA8-AF48-AEB20F660A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6234" y="810258"/>
            <a:ext cx="3195522" cy="324670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E5E5F33-CB04-B541-51C7-B0916A7667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50" y="4079828"/>
            <a:ext cx="3717798" cy="237236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BEED9DE-F532-456B-1F7D-5C9C83E01A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1756" y="787397"/>
            <a:ext cx="4083318" cy="3246709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24328C5-4762-F421-461F-D28D91626C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868" y="3994698"/>
            <a:ext cx="3219899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584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BBAA4-5EA5-4287-8C2D-607024900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6F6A12-1DD9-B4B3-5110-F09DD0DC8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14</a:t>
            </a:fld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01CE22F-AD13-B966-6992-5DAD48AD6DE7}"/>
              </a:ext>
            </a:extLst>
          </p:cNvPr>
          <p:cNvSpPr/>
          <p:nvPr/>
        </p:nvSpPr>
        <p:spPr>
          <a:xfrm>
            <a:off x="668867" y="78739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9D0568-DEF7-D238-9021-5403CABFCCC0}"/>
              </a:ext>
            </a:extLst>
          </p:cNvPr>
          <p:cNvSpPr txBox="1"/>
          <p:nvPr/>
        </p:nvSpPr>
        <p:spPr>
          <a:xfrm>
            <a:off x="668866" y="253999"/>
            <a:ext cx="9462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Verification of protocols on R3</a:t>
            </a:r>
            <a:endParaRPr lang="ru-RU" sz="2400" dirty="0">
              <a:solidFill>
                <a:schemeClr val="accent3">
                  <a:lumMod val="1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3882D7-E194-2F59-489B-1934A79DF8D2}"/>
              </a:ext>
            </a:extLst>
          </p:cNvPr>
          <p:cNvSpPr txBox="1"/>
          <p:nvPr/>
        </p:nvSpPr>
        <p:spPr>
          <a:xfrm>
            <a:off x="6503157" y="904853"/>
            <a:ext cx="3826664" cy="909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Outputs of the next commands: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display </a:t>
            </a:r>
            <a:r>
              <a:rPr lang="en-US" dirty="0" err="1">
                <a:solidFill>
                  <a:srgbClr val="FF0000"/>
                </a:solidFill>
              </a:rPr>
              <a:t>ip</a:t>
            </a:r>
            <a:r>
              <a:rPr lang="en-US" dirty="0">
                <a:solidFill>
                  <a:srgbClr val="FF0000"/>
                </a:solidFill>
              </a:rPr>
              <a:t> interface brief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display </a:t>
            </a:r>
            <a:r>
              <a:rPr lang="en-US" dirty="0" err="1">
                <a:solidFill>
                  <a:srgbClr val="FF0000"/>
                </a:solidFill>
              </a:rPr>
              <a:t>ip</a:t>
            </a:r>
            <a:r>
              <a:rPr lang="en-US" dirty="0">
                <a:solidFill>
                  <a:srgbClr val="FF0000"/>
                </a:solidFill>
              </a:rPr>
              <a:t> routing-table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481D2E9-553C-9354-9A39-E0629EC06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66" y="904853"/>
            <a:ext cx="5683891" cy="5367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379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B3DF7-467E-2110-A5F4-547CDB950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408CF8-89C8-A81E-A550-8CFF408F2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15</a:t>
            </a:fld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A4DC160-84F6-8928-73AC-3BC82705CAB1}"/>
              </a:ext>
            </a:extLst>
          </p:cNvPr>
          <p:cNvSpPr/>
          <p:nvPr/>
        </p:nvSpPr>
        <p:spPr>
          <a:xfrm>
            <a:off x="668867" y="78739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F6F0CF-CB3A-7EC8-5098-5B45850C4B13}"/>
              </a:ext>
            </a:extLst>
          </p:cNvPr>
          <p:cNvSpPr txBox="1"/>
          <p:nvPr/>
        </p:nvSpPr>
        <p:spPr>
          <a:xfrm>
            <a:off x="668866" y="253999"/>
            <a:ext cx="9462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Verification of protocols on R4</a:t>
            </a:r>
            <a:endParaRPr lang="ru-RU" sz="2400" dirty="0">
              <a:solidFill>
                <a:schemeClr val="accent3">
                  <a:lumMod val="1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7582F9-8AAD-D9A6-FC8C-AEE55ED9F98E}"/>
              </a:ext>
            </a:extLst>
          </p:cNvPr>
          <p:cNvSpPr txBox="1"/>
          <p:nvPr/>
        </p:nvSpPr>
        <p:spPr>
          <a:xfrm>
            <a:off x="4470303" y="4018636"/>
            <a:ext cx="3826664" cy="1998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Outputs of the next commands: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display </a:t>
            </a:r>
            <a:r>
              <a:rPr lang="en-US" dirty="0" err="1">
                <a:solidFill>
                  <a:srgbClr val="FF0000"/>
                </a:solidFill>
              </a:rPr>
              <a:t>ip</a:t>
            </a:r>
            <a:r>
              <a:rPr lang="en-US" dirty="0">
                <a:solidFill>
                  <a:srgbClr val="FF0000"/>
                </a:solidFill>
              </a:rPr>
              <a:t> interface brief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display </a:t>
            </a:r>
            <a:r>
              <a:rPr lang="en-US" dirty="0" err="1">
                <a:solidFill>
                  <a:srgbClr val="FF0000"/>
                </a:solidFill>
              </a:rPr>
              <a:t>ip</a:t>
            </a:r>
            <a:r>
              <a:rPr lang="en-US" dirty="0">
                <a:solidFill>
                  <a:srgbClr val="FF0000"/>
                </a:solidFill>
              </a:rPr>
              <a:t> pool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display </a:t>
            </a:r>
            <a:r>
              <a:rPr lang="en-US" dirty="0" err="1">
                <a:solidFill>
                  <a:srgbClr val="FF0000"/>
                </a:solidFill>
              </a:rPr>
              <a:t>ipsec</a:t>
            </a:r>
            <a:r>
              <a:rPr lang="en-US" dirty="0">
                <a:solidFill>
                  <a:srgbClr val="FF0000"/>
                </a:solidFill>
              </a:rPr>
              <a:t> policy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display interface Tunnel0/0/1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display </a:t>
            </a:r>
            <a:r>
              <a:rPr lang="en-US" dirty="0" err="1">
                <a:solidFill>
                  <a:srgbClr val="FF0000"/>
                </a:solidFill>
              </a:rPr>
              <a:t>acl</a:t>
            </a:r>
            <a:r>
              <a:rPr lang="en-US" dirty="0">
                <a:solidFill>
                  <a:srgbClr val="FF0000"/>
                </a:solidFill>
              </a:rPr>
              <a:t> 3100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display </a:t>
            </a:r>
            <a:r>
              <a:rPr lang="en-US" dirty="0" err="1">
                <a:solidFill>
                  <a:srgbClr val="FF0000"/>
                </a:solidFill>
              </a:rPr>
              <a:t>ip</a:t>
            </a:r>
            <a:r>
              <a:rPr lang="en-US" dirty="0">
                <a:solidFill>
                  <a:srgbClr val="FF0000"/>
                </a:solidFill>
              </a:rPr>
              <a:t> routing-table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770C13D-9CFF-AAB6-0E64-494F69164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106" y="787398"/>
            <a:ext cx="3757555" cy="315950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CB64E97-1770-3FA2-A89B-5BF79BD345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3046" y="787396"/>
            <a:ext cx="2863356" cy="403324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DA3715D-A44C-6604-4FB4-EC24BC74A0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7840" y="787397"/>
            <a:ext cx="4151590" cy="3159506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9ADFB46-79E3-6931-CA5A-4288FFDB55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861" y="3946903"/>
            <a:ext cx="3912540" cy="286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196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9FD32-E312-0B1B-0EFB-31AA41E7E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C307CB-787D-D269-A946-DE30CDA29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16</a:t>
            </a:fld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3ECD2AA-F6C2-D380-FA63-FF7D6DE5719C}"/>
              </a:ext>
            </a:extLst>
          </p:cNvPr>
          <p:cNvSpPr/>
          <p:nvPr/>
        </p:nvSpPr>
        <p:spPr>
          <a:xfrm>
            <a:off x="668867" y="78739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A388AA-8C62-FD78-504B-4F44D491E733}"/>
              </a:ext>
            </a:extLst>
          </p:cNvPr>
          <p:cNvSpPr txBox="1"/>
          <p:nvPr/>
        </p:nvSpPr>
        <p:spPr>
          <a:xfrm>
            <a:off x="668866" y="253999"/>
            <a:ext cx="9462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Pings from </a:t>
            </a:r>
            <a:r>
              <a:rPr lang="en-US" sz="2400" dirty="0" err="1">
                <a:solidFill>
                  <a:schemeClr val="accent1"/>
                </a:solidFill>
              </a:rPr>
              <a:t>Vlan</a:t>
            </a:r>
            <a:r>
              <a:rPr lang="en-US" sz="2400" dirty="0">
                <a:solidFill>
                  <a:schemeClr val="accent1"/>
                </a:solidFill>
              </a:rPr>
              <a:t> 10 </a:t>
            </a:r>
            <a:endParaRPr lang="ru-RU" sz="2400" dirty="0">
              <a:solidFill>
                <a:schemeClr val="accent3">
                  <a:lumMod val="1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098C91-D32E-F33E-A741-475A0B7E9806}"/>
              </a:ext>
            </a:extLst>
          </p:cNvPr>
          <p:cNvSpPr txBox="1"/>
          <p:nvPr/>
        </p:nvSpPr>
        <p:spPr>
          <a:xfrm>
            <a:off x="4531263" y="4327282"/>
            <a:ext cx="3826664" cy="1725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Destinations</a:t>
            </a:r>
          </a:p>
          <a:p>
            <a:r>
              <a:rPr lang="en-US" dirty="0">
                <a:solidFill>
                  <a:srgbClr val="FF0000"/>
                </a:solidFill>
              </a:rPr>
              <a:t>192.168.10.1 – SW3</a:t>
            </a:r>
          </a:p>
          <a:p>
            <a:r>
              <a:rPr lang="en-US" dirty="0">
                <a:solidFill>
                  <a:srgbClr val="FF0000"/>
                </a:solidFill>
              </a:rPr>
              <a:t>192.168.20.1 –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VLAN 20 </a:t>
            </a:r>
          </a:p>
          <a:p>
            <a:r>
              <a:rPr lang="en-US" dirty="0">
                <a:solidFill>
                  <a:srgbClr val="FF0000"/>
                </a:solidFill>
              </a:rPr>
              <a:t>10.1.0.2 - R1 </a:t>
            </a:r>
          </a:p>
          <a:p>
            <a:r>
              <a:rPr lang="en-US" dirty="0">
                <a:solidFill>
                  <a:srgbClr val="FF0000"/>
                </a:solidFill>
              </a:rPr>
              <a:t>100.0.0.1 - R2 </a:t>
            </a:r>
          </a:p>
          <a:p>
            <a:r>
              <a:rPr lang="en-US" dirty="0">
                <a:solidFill>
                  <a:srgbClr val="FF0000"/>
                </a:solidFill>
              </a:rPr>
              <a:t>192.168.50.1 - R4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F9F9A05-1941-EA4A-4B3E-9424FBE8D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66" y="833118"/>
            <a:ext cx="3579200" cy="286194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0DE2FD5-DBC4-4D53-3014-F3BB3B0976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066" y="808645"/>
            <a:ext cx="3579201" cy="291088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2695B89-894B-705F-2CDA-33EC3B2037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945" y="3695058"/>
            <a:ext cx="3675041" cy="105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988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62B7B-4E80-654C-C170-80AB74AAC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9501BB-E9AA-0813-831F-DCE14B73F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17</a:t>
            </a:fld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CDB28D1-60A9-52A2-9FF8-29019BC3FA12}"/>
              </a:ext>
            </a:extLst>
          </p:cNvPr>
          <p:cNvSpPr/>
          <p:nvPr/>
        </p:nvSpPr>
        <p:spPr>
          <a:xfrm>
            <a:off x="668867" y="78739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6C316B-FA95-8DA6-AB20-CD9ABFA2EB92}"/>
              </a:ext>
            </a:extLst>
          </p:cNvPr>
          <p:cNvSpPr txBox="1"/>
          <p:nvPr/>
        </p:nvSpPr>
        <p:spPr>
          <a:xfrm>
            <a:off x="668866" y="253999"/>
            <a:ext cx="9462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Pings from </a:t>
            </a:r>
            <a:r>
              <a:rPr lang="en-US" sz="2400" dirty="0" err="1">
                <a:solidFill>
                  <a:schemeClr val="accent1"/>
                </a:solidFill>
              </a:rPr>
              <a:t>Vlan</a:t>
            </a:r>
            <a:r>
              <a:rPr lang="en-US" sz="2400" dirty="0">
                <a:solidFill>
                  <a:schemeClr val="accent1"/>
                </a:solidFill>
              </a:rPr>
              <a:t> 20 </a:t>
            </a:r>
            <a:endParaRPr lang="ru-RU" sz="2400" dirty="0">
              <a:solidFill>
                <a:schemeClr val="accent3">
                  <a:lumMod val="1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371704-CDD0-22C8-3209-7078143366B1}"/>
              </a:ext>
            </a:extLst>
          </p:cNvPr>
          <p:cNvSpPr txBox="1"/>
          <p:nvPr/>
        </p:nvSpPr>
        <p:spPr>
          <a:xfrm>
            <a:off x="8717590" y="4301400"/>
            <a:ext cx="3826664" cy="1725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Destinations</a:t>
            </a:r>
          </a:p>
          <a:p>
            <a:r>
              <a:rPr lang="en-US" dirty="0">
                <a:solidFill>
                  <a:srgbClr val="FF0000"/>
                </a:solidFill>
              </a:rPr>
              <a:t>192.168.20.1 – SW4</a:t>
            </a:r>
          </a:p>
          <a:p>
            <a:r>
              <a:rPr lang="en-US" dirty="0">
                <a:solidFill>
                  <a:srgbClr val="FF0000"/>
                </a:solidFill>
              </a:rPr>
              <a:t>192.168.10.1 – VLAN 10</a:t>
            </a:r>
          </a:p>
          <a:p>
            <a:r>
              <a:rPr lang="en-US" dirty="0">
                <a:solidFill>
                  <a:srgbClr val="FF0000"/>
                </a:solidFill>
              </a:rPr>
              <a:t>100.0.0.1 - R2</a:t>
            </a:r>
            <a:endParaRPr lang="ru-RU" dirty="0">
              <a:solidFill>
                <a:srgbClr val="FF0000"/>
              </a:solidFill>
            </a:endParaRPr>
          </a:p>
          <a:p>
            <a:r>
              <a:rPr lang="ru-RU" dirty="0">
                <a:solidFill>
                  <a:srgbClr val="FF0000"/>
                </a:solidFill>
              </a:rPr>
              <a:t>10.1.0.2 – </a:t>
            </a:r>
            <a:r>
              <a:rPr lang="en-US" dirty="0">
                <a:solidFill>
                  <a:srgbClr val="FF0000"/>
                </a:solidFill>
              </a:rPr>
              <a:t>R1</a:t>
            </a:r>
          </a:p>
          <a:p>
            <a:r>
              <a:rPr lang="en-US" dirty="0">
                <a:solidFill>
                  <a:srgbClr val="FF0000"/>
                </a:solidFill>
              </a:rPr>
              <a:t>192.168.50.254 – PC5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279C672-63B5-6908-FA2D-80DD947BB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66" y="833118"/>
            <a:ext cx="3527524" cy="450814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CA8534A-80AF-075C-6DD5-99B8F6C3D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6390" y="878837"/>
            <a:ext cx="4515480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467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95703-E527-20FD-870E-F49EF981E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BF04E5-A053-1CD5-E927-A8BB1E4EC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18</a:t>
            </a:fld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D8AF594-4772-E23E-2717-BA0969980B62}"/>
              </a:ext>
            </a:extLst>
          </p:cNvPr>
          <p:cNvSpPr/>
          <p:nvPr/>
        </p:nvSpPr>
        <p:spPr>
          <a:xfrm>
            <a:off x="668867" y="78739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B35331-24AC-5C91-7159-53FA804735FC}"/>
              </a:ext>
            </a:extLst>
          </p:cNvPr>
          <p:cNvSpPr txBox="1"/>
          <p:nvPr/>
        </p:nvSpPr>
        <p:spPr>
          <a:xfrm>
            <a:off x="668866" y="253999"/>
            <a:ext cx="9462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Pings from </a:t>
            </a:r>
            <a:r>
              <a:rPr lang="en-US" sz="2400" dirty="0" err="1">
                <a:solidFill>
                  <a:schemeClr val="accent1"/>
                </a:solidFill>
              </a:rPr>
              <a:t>Vlan</a:t>
            </a:r>
            <a:r>
              <a:rPr lang="en-US" sz="2400" dirty="0">
                <a:solidFill>
                  <a:schemeClr val="accent1"/>
                </a:solidFill>
              </a:rPr>
              <a:t> 50 </a:t>
            </a:r>
            <a:endParaRPr lang="ru-RU" sz="2400" dirty="0">
              <a:solidFill>
                <a:schemeClr val="accent3">
                  <a:lumMod val="1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261F2C-BA81-9CC6-76CB-0CAFE137CE9A}"/>
              </a:ext>
            </a:extLst>
          </p:cNvPr>
          <p:cNvSpPr txBox="1"/>
          <p:nvPr/>
        </p:nvSpPr>
        <p:spPr>
          <a:xfrm>
            <a:off x="5740710" y="3250281"/>
            <a:ext cx="3826664" cy="1181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Destinations</a:t>
            </a:r>
          </a:p>
          <a:p>
            <a:r>
              <a:rPr lang="en-US" dirty="0">
                <a:solidFill>
                  <a:srgbClr val="FF0000"/>
                </a:solidFill>
              </a:rPr>
              <a:t>192.168.50.1 – R4</a:t>
            </a:r>
          </a:p>
          <a:p>
            <a:r>
              <a:rPr lang="en-US" dirty="0">
                <a:solidFill>
                  <a:srgbClr val="FF0000"/>
                </a:solidFill>
              </a:rPr>
              <a:t>192.168.10.1 – VLAN 10</a:t>
            </a:r>
          </a:p>
          <a:p>
            <a:r>
              <a:rPr lang="en-US" dirty="0">
                <a:solidFill>
                  <a:srgbClr val="FF0000"/>
                </a:solidFill>
              </a:rPr>
              <a:t>192.168.20.254 – PC3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6A0F44F-98BA-EE77-72DD-D4B618EE35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64" y="833118"/>
            <a:ext cx="4963218" cy="478221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2EC767D-D9E0-5303-3A26-85BE122F0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4479" y="874724"/>
            <a:ext cx="4991797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1307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23FB2-BF89-A0BF-6C8E-ADF6C13D5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50CAAC-3BF6-50CD-C213-D16DA41FD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19</a:t>
            </a:fld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4E45EB7-F3B4-BD73-3B32-C4E4B3304569}"/>
              </a:ext>
            </a:extLst>
          </p:cNvPr>
          <p:cNvSpPr/>
          <p:nvPr/>
        </p:nvSpPr>
        <p:spPr>
          <a:xfrm>
            <a:off x="668867" y="78739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1DECA2-FA79-1778-670C-A71257A587A7}"/>
              </a:ext>
            </a:extLst>
          </p:cNvPr>
          <p:cNvSpPr txBox="1"/>
          <p:nvPr/>
        </p:nvSpPr>
        <p:spPr>
          <a:xfrm>
            <a:off x="668866" y="253999"/>
            <a:ext cx="9462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Pings from R1 </a:t>
            </a:r>
            <a:endParaRPr lang="ru-RU" sz="2400" dirty="0">
              <a:solidFill>
                <a:schemeClr val="accent3">
                  <a:lumMod val="1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C8A915-BEAD-CD2A-A32D-1D995DDB7578}"/>
              </a:ext>
            </a:extLst>
          </p:cNvPr>
          <p:cNvSpPr txBox="1"/>
          <p:nvPr/>
        </p:nvSpPr>
        <p:spPr>
          <a:xfrm>
            <a:off x="1344148" y="4509606"/>
            <a:ext cx="3826664" cy="14536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Destinations</a:t>
            </a:r>
          </a:p>
          <a:p>
            <a:r>
              <a:rPr lang="en-US" dirty="0">
                <a:solidFill>
                  <a:srgbClr val="FF0000"/>
                </a:solidFill>
              </a:rPr>
              <a:t>192.168.</a:t>
            </a:r>
            <a:r>
              <a:rPr lang="ru-RU" dirty="0">
                <a:solidFill>
                  <a:srgbClr val="FF0000"/>
                </a:solidFill>
              </a:rPr>
              <a:t>20.1</a:t>
            </a:r>
            <a:r>
              <a:rPr lang="en-US" dirty="0">
                <a:solidFill>
                  <a:srgbClr val="FF0000"/>
                </a:solidFill>
              </a:rPr>
              <a:t> – VLAN 20</a:t>
            </a:r>
          </a:p>
          <a:p>
            <a:r>
              <a:rPr lang="en-US" dirty="0">
                <a:solidFill>
                  <a:srgbClr val="FF0000"/>
                </a:solidFill>
              </a:rPr>
              <a:t>192.168.10.1 – VLAN 10</a:t>
            </a:r>
          </a:p>
          <a:p>
            <a:r>
              <a:rPr lang="en-US" dirty="0">
                <a:solidFill>
                  <a:srgbClr val="FF0000"/>
                </a:solidFill>
              </a:rPr>
              <a:t>23.1.1.2 R2</a:t>
            </a:r>
          </a:p>
          <a:p>
            <a:r>
              <a:rPr lang="en-US" dirty="0">
                <a:solidFill>
                  <a:srgbClr val="FF0000"/>
                </a:solidFill>
              </a:rPr>
              <a:t>23.1.1.3 R3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FB628A4-0740-18BE-8C72-47B222A0C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66" y="833118"/>
            <a:ext cx="4718962" cy="355903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C34D6B5-C087-94C7-10B3-22FE525D99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7827" y="878837"/>
            <a:ext cx="4999441" cy="3513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4421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7EA3C-24F6-1623-A13F-770441D1C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7C38DC-9AEF-C5EF-784D-96F592109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20</a:t>
            </a:fld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33DEB55-50F5-F5ED-92D8-819B44432ADA}"/>
              </a:ext>
            </a:extLst>
          </p:cNvPr>
          <p:cNvSpPr/>
          <p:nvPr/>
        </p:nvSpPr>
        <p:spPr>
          <a:xfrm>
            <a:off x="668867" y="78739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6CEA34-DB27-E9AD-7D90-43D664837435}"/>
              </a:ext>
            </a:extLst>
          </p:cNvPr>
          <p:cNvSpPr txBox="1"/>
          <p:nvPr/>
        </p:nvSpPr>
        <p:spPr>
          <a:xfrm>
            <a:off x="668866" y="253999"/>
            <a:ext cx="9462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Pings from R2 </a:t>
            </a:r>
            <a:endParaRPr lang="ru-RU" sz="2400" dirty="0">
              <a:solidFill>
                <a:schemeClr val="accent3">
                  <a:lumMod val="1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548D4E-F195-86EE-FC28-EAF0CF4C330A}"/>
              </a:ext>
            </a:extLst>
          </p:cNvPr>
          <p:cNvSpPr txBox="1"/>
          <p:nvPr/>
        </p:nvSpPr>
        <p:spPr>
          <a:xfrm>
            <a:off x="3884002" y="3195648"/>
            <a:ext cx="3826664" cy="2270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Destinations</a:t>
            </a:r>
          </a:p>
          <a:p>
            <a:r>
              <a:rPr lang="en-US" dirty="0">
                <a:solidFill>
                  <a:srgbClr val="FF0000"/>
                </a:solidFill>
              </a:rPr>
              <a:t>192.168.</a:t>
            </a:r>
            <a:r>
              <a:rPr lang="ru-RU" dirty="0">
                <a:solidFill>
                  <a:srgbClr val="FF0000"/>
                </a:solidFill>
              </a:rPr>
              <a:t>20.1</a:t>
            </a:r>
            <a:r>
              <a:rPr lang="en-US" dirty="0">
                <a:solidFill>
                  <a:srgbClr val="FF0000"/>
                </a:solidFill>
              </a:rPr>
              <a:t> – VLAN 20</a:t>
            </a:r>
          </a:p>
          <a:p>
            <a:r>
              <a:rPr lang="en-US" dirty="0">
                <a:solidFill>
                  <a:srgbClr val="FF0000"/>
                </a:solidFill>
              </a:rPr>
              <a:t>192.168.10.1 – VLAN 10</a:t>
            </a:r>
          </a:p>
          <a:p>
            <a:r>
              <a:rPr lang="en-US" dirty="0">
                <a:solidFill>
                  <a:srgbClr val="FF0000"/>
                </a:solidFill>
              </a:rPr>
              <a:t>192.169.50.1 – VLAN 50</a:t>
            </a:r>
          </a:p>
          <a:p>
            <a:r>
              <a:rPr lang="en-US" dirty="0">
                <a:solidFill>
                  <a:srgbClr val="FF0000"/>
                </a:solidFill>
              </a:rPr>
              <a:t>100.0.0.2 R1</a:t>
            </a:r>
          </a:p>
          <a:p>
            <a:r>
              <a:rPr lang="en-US" dirty="0">
                <a:solidFill>
                  <a:srgbClr val="FF0000"/>
                </a:solidFill>
              </a:rPr>
              <a:t>23.1.1.3 R3</a:t>
            </a:r>
          </a:p>
          <a:p>
            <a:r>
              <a:rPr lang="en-US" dirty="0">
                <a:solidFill>
                  <a:srgbClr val="FF0000"/>
                </a:solidFill>
              </a:rPr>
              <a:t>-a 172.16.0.1 172.16.0.2 – </a:t>
            </a:r>
          </a:p>
          <a:p>
            <a:r>
              <a:rPr lang="en-US" dirty="0">
                <a:solidFill>
                  <a:srgbClr val="FF0000"/>
                </a:solidFill>
              </a:rPr>
              <a:t>(R4 through tunnel)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1895456-3E78-E1B9-0AEB-1EF69C4D6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66" y="833118"/>
            <a:ext cx="6430272" cy="236253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0DEFCBD-DC3A-3CB1-5842-8730F1F78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9138" y="833118"/>
            <a:ext cx="4026124" cy="472909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8C9C19F-BFA5-6BAC-8FE7-CC5755CB1A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66" y="3241367"/>
            <a:ext cx="3059800" cy="251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69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35FE1-56F5-6E56-BA4D-86E573C3A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1B300C-D96F-74E0-D99F-189FA0903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21</a:t>
            </a:fld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52B6349-3DF6-87AA-AD40-495333522200}"/>
              </a:ext>
            </a:extLst>
          </p:cNvPr>
          <p:cNvSpPr/>
          <p:nvPr/>
        </p:nvSpPr>
        <p:spPr>
          <a:xfrm>
            <a:off x="668867" y="78739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ED0AC9-5F84-6290-302B-D65758EA72F5}"/>
              </a:ext>
            </a:extLst>
          </p:cNvPr>
          <p:cNvSpPr txBox="1"/>
          <p:nvPr/>
        </p:nvSpPr>
        <p:spPr>
          <a:xfrm>
            <a:off x="3884002" y="3195648"/>
            <a:ext cx="3826664" cy="2270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Destinations</a:t>
            </a:r>
          </a:p>
          <a:p>
            <a:r>
              <a:rPr lang="en-US" dirty="0">
                <a:solidFill>
                  <a:srgbClr val="FF0000"/>
                </a:solidFill>
              </a:rPr>
              <a:t>192.168.</a:t>
            </a:r>
            <a:r>
              <a:rPr lang="ru-RU" dirty="0">
                <a:solidFill>
                  <a:srgbClr val="FF0000"/>
                </a:solidFill>
              </a:rPr>
              <a:t>20.1</a:t>
            </a:r>
            <a:r>
              <a:rPr lang="en-US" dirty="0">
                <a:solidFill>
                  <a:srgbClr val="FF0000"/>
                </a:solidFill>
              </a:rPr>
              <a:t> – VLAN 20</a:t>
            </a:r>
          </a:p>
          <a:p>
            <a:r>
              <a:rPr lang="en-US" dirty="0">
                <a:solidFill>
                  <a:srgbClr val="FF0000"/>
                </a:solidFill>
              </a:rPr>
              <a:t>192.168.10.1 – VLAN 10</a:t>
            </a:r>
          </a:p>
          <a:p>
            <a:r>
              <a:rPr lang="en-US" dirty="0">
                <a:solidFill>
                  <a:srgbClr val="FF0000"/>
                </a:solidFill>
              </a:rPr>
              <a:t>192.169.50.1 – VLAN 50</a:t>
            </a:r>
          </a:p>
          <a:p>
            <a:r>
              <a:rPr lang="en-US" dirty="0">
                <a:solidFill>
                  <a:srgbClr val="FF0000"/>
                </a:solidFill>
              </a:rPr>
              <a:t>100.0.0.2 R1</a:t>
            </a:r>
          </a:p>
          <a:p>
            <a:r>
              <a:rPr lang="en-US" dirty="0">
                <a:solidFill>
                  <a:srgbClr val="FF0000"/>
                </a:solidFill>
              </a:rPr>
              <a:t>23.1.1.3 R3</a:t>
            </a:r>
          </a:p>
          <a:p>
            <a:r>
              <a:rPr lang="en-US" dirty="0">
                <a:solidFill>
                  <a:srgbClr val="FF0000"/>
                </a:solidFill>
              </a:rPr>
              <a:t>-a 172.16.0.1 172.16.0.2 – </a:t>
            </a:r>
          </a:p>
          <a:p>
            <a:r>
              <a:rPr lang="en-US" dirty="0">
                <a:solidFill>
                  <a:srgbClr val="FF0000"/>
                </a:solidFill>
              </a:rPr>
              <a:t>(R4 through tunnel)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45AD145-CAAC-B8DA-0A12-2B70D0354E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66" y="833118"/>
            <a:ext cx="6430272" cy="236253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1903D9E-1F10-94EF-AEA9-B55CC59D2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9138" y="833118"/>
            <a:ext cx="4026124" cy="472909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E0674E4-B7AB-C170-1C0B-9C112AE934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66" y="3241367"/>
            <a:ext cx="3059800" cy="251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651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2BEE7-655F-80EB-7186-BBFA0313A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735CB4-C4C9-2C9E-1D64-D09851A38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22</a:t>
            </a:fld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6AF1D00-C4B8-C457-A58E-8417D646B921}"/>
              </a:ext>
            </a:extLst>
          </p:cNvPr>
          <p:cNvSpPr/>
          <p:nvPr/>
        </p:nvSpPr>
        <p:spPr>
          <a:xfrm>
            <a:off x="668867" y="78739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9C6C5D-F298-0C53-7FBF-C9D1DE04003D}"/>
              </a:ext>
            </a:extLst>
          </p:cNvPr>
          <p:cNvSpPr txBox="1"/>
          <p:nvPr/>
        </p:nvSpPr>
        <p:spPr>
          <a:xfrm>
            <a:off x="668866" y="253999"/>
            <a:ext cx="9462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Verification of FTP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98EE1AC-0D2E-B1B4-79F8-D94D2F2E79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66" y="950572"/>
            <a:ext cx="5679539" cy="316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3954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830C1-52A3-CECF-FE0E-CB0025A87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65D390-67CD-F432-6278-37DDE9C28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23</a:t>
            </a:fld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BE80E40-E39F-417B-CA39-34F23BE08DAC}"/>
              </a:ext>
            </a:extLst>
          </p:cNvPr>
          <p:cNvSpPr/>
          <p:nvPr/>
        </p:nvSpPr>
        <p:spPr>
          <a:xfrm>
            <a:off x="668867" y="78739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66E035-5400-739D-0B15-240A445462C0}"/>
              </a:ext>
            </a:extLst>
          </p:cNvPr>
          <p:cNvSpPr txBox="1"/>
          <p:nvPr/>
        </p:nvSpPr>
        <p:spPr>
          <a:xfrm>
            <a:off x="668866" y="253999"/>
            <a:ext cx="9462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Verification of ACL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55FC2B8-8C7A-A5E2-278A-C58B7BE952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66" y="904853"/>
            <a:ext cx="3515216" cy="95263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7DC5C2E-7AD9-F6B5-78A7-5FE0159E9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66" y="1857486"/>
            <a:ext cx="617306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7251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608CF-7EB4-A761-89DE-BF2FB0B7D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7EC69D-2D91-E8B0-74F1-F31B3C31E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24</a:t>
            </a:fld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2CF254F-6334-348D-7FC2-EC1D654D7EA3}"/>
              </a:ext>
            </a:extLst>
          </p:cNvPr>
          <p:cNvSpPr/>
          <p:nvPr/>
        </p:nvSpPr>
        <p:spPr>
          <a:xfrm>
            <a:off x="668867" y="78739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E91F76-D9AF-F2A8-11E3-6EEAA1FF9814}"/>
              </a:ext>
            </a:extLst>
          </p:cNvPr>
          <p:cNvSpPr txBox="1"/>
          <p:nvPr/>
        </p:nvSpPr>
        <p:spPr>
          <a:xfrm>
            <a:off x="668866" y="253999"/>
            <a:ext cx="9462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Verification of IPSec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DBE3CF0-6AE0-208E-DDB0-748C4C78E4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35"/>
          <a:stretch>
            <a:fillRect/>
          </a:stretch>
        </p:blipFill>
        <p:spPr>
          <a:xfrm>
            <a:off x="668866" y="904853"/>
            <a:ext cx="4121376" cy="380777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8820ECC-F818-A33E-6334-A1B4743CE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61846"/>
          <a:stretch>
            <a:fillRect/>
          </a:stretch>
        </p:blipFill>
        <p:spPr>
          <a:xfrm>
            <a:off x="4790242" y="927265"/>
            <a:ext cx="4121376" cy="261001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B7A6322-44CD-FDFE-2FCE-35E2BDC18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0242" y="3585545"/>
            <a:ext cx="7225454" cy="115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6218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C9CE9-2057-99E1-9294-5F5C9A123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7C1A46-7CCB-BC27-AB34-B771C94F9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25</a:t>
            </a:fld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48BE5EF-5268-99C2-7CB1-9CE63C9E9110}"/>
              </a:ext>
            </a:extLst>
          </p:cNvPr>
          <p:cNvSpPr/>
          <p:nvPr/>
        </p:nvSpPr>
        <p:spPr>
          <a:xfrm>
            <a:off x="668867" y="78739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BB44AD-6B21-C3F8-DC37-E1FA86C5C294}"/>
              </a:ext>
            </a:extLst>
          </p:cNvPr>
          <p:cNvSpPr txBox="1"/>
          <p:nvPr/>
        </p:nvSpPr>
        <p:spPr>
          <a:xfrm>
            <a:off x="668866" y="253999"/>
            <a:ext cx="9462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Topology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8695D61-43E5-21E5-2708-3D462D215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66" y="904852"/>
            <a:ext cx="6504094" cy="540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6715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7C56A-0858-3A43-6FA6-62E3A0656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EA1F07-6BE7-0395-BE11-793829289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CC5E5-24C7-41B7-83A8-7F0F7DA65A4E}" type="slidenum">
              <a:rPr lang="ru-RU" smtClean="0"/>
              <a:pPr/>
              <a:t>26</a:t>
            </a:fld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03FDA78-D291-B6DC-848F-A7CC677C0FD9}"/>
              </a:ext>
            </a:extLst>
          </p:cNvPr>
          <p:cNvSpPr/>
          <p:nvPr/>
        </p:nvSpPr>
        <p:spPr>
          <a:xfrm>
            <a:off x="668867" y="787399"/>
            <a:ext cx="10735733" cy="45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42449C-0A4D-EFF1-DE12-6EA4FB204217}"/>
              </a:ext>
            </a:extLst>
          </p:cNvPr>
          <p:cNvSpPr txBox="1"/>
          <p:nvPr/>
        </p:nvSpPr>
        <p:spPr>
          <a:xfrm>
            <a:off x="668866" y="253999"/>
            <a:ext cx="9462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Ip address table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AF8A927-FCA5-2109-581C-4B147E60C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713" y="904853"/>
            <a:ext cx="6134956" cy="522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9512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2">
      <a:dk1>
        <a:srgbClr val="FFFFFF"/>
      </a:dk1>
      <a:lt1>
        <a:srgbClr val="D50032"/>
      </a:lt1>
      <a:dk2>
        <a:srgbClr val="FFFFFF"/>
      </a:dk2>
      <a:lt2>
        <a:srgbClr val="D50032"/>
      </a:lt2>
      <a:accent1>
        <a:srgbClr val="D50032"/>
      </a:accent1>
      <a:accent2>
        <a:srgbClr val="F2F2F2"/>
      </a:accent2>
      <a:accent3>
        <a:srgbClr val="D8D8D8"/>
      </a:accent3>
      <a:accent4>
        <a:srgbClr val="BFBFBF"/>
      </a:accent4>
      <a:accent5>
        <a:srgbClr val="A5A5A5"/>
      </a:accent5>
      <a:accent6>
        <a:srgbClr val="7F7F7F"/>
      </a:accent6>
      <a:hlink>
        <a:srgbClr val="FFD965"/>
      </a:hlink>
      <a:folHlink>
        <a:srgbClr val="7F7F7F"/>
      </a:folHlink>
    </a:clrScheme>
    <a:fontScheme name="Другая 1">
      <a:majorFont>
        <a:latin typeface="Gotham"/>
        <a:ea typeface=""/>
        <a:cs typeface=""/>
      </a:majorFont>
      <a:minorFont>
        <a:latin typeface="Gotham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657</TotalTime>
  <Words>357</Words>
  <Application>Microsoft Office PowerPoint</Application>
  <PresentationFormat>Произвольный</PresentationFormat>
  <Paragraphs>118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2" baseType="lpstr">
      <vt:lpstr>Gotham</vt:lpstr>
      <vt:lpstr>Calibri</vt:lpstr>
      <vt:lpstr>Gotham Pro</vt:lpstr>
      <vt:lpstr>Arial</vt:lpstr>
      <vt:lpstr>Gotham Pro Medium</vt:lpstr>
      <vt:lpstr>Тема Office</vt:lpstr>
      <vt:lpstr>NETWORK SERVICES FINAL PROJECT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Vika</dc:creator>
  <cp:lastModifiedBy>Кенжебайұлы Ержан</cp:lastModifiedBy>
  <cp:revision>30</cp:revision>
  <dcterms:created xsi:type="dcterms:W3CDTF">2020-05-06T14:26:17Z</dcterms:created>
  <dcterms:modified xsi:type="dcterms:W3CDTF">2026-05-31T16:35:56Z</dcterms:modified>
</cp:coreProperties>
</file>